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MASTER">
    <p:bg>
      <p:bgPr>
        <a:solidFill>
          <a:srgbClr val="191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5C9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CNC 自动化上下料客户端 · AI 模型测评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1D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35C9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CNC 客户端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编程模型开发效能测评汇报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6F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 Opus 4.8  vs  GLM-2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429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真实工业项目对比 · 分场景选型建议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B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汇报人：瑞小米          日期：2026 年 7 月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8EB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测评背景与目标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8EB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项目与测评范围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8EB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测评方法与评分体系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8EB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核心结论（领导重点）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8EB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分场景测评结果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8EB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量化对比与成本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8EB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优劣势与风险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8EB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落地建议与下一步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4434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27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建议时长 15～20 分钟 · 时间紧可直接看第 4 页结论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为什么做这次测评？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123444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8EB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CNC 自动化上下料 WPF 客户端全程 AI 辅助开发（Opus 4.8 + GLM-2）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8EB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领导关注：哪个模型更值？什么任务该用谁？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8EB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非实验室 Benchmark —— 基于真实交付项目的对比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4320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68580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C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C9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可量化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 维评分 + 8 个真实用例（Phase 1～5 + 专项）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可复现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同一 docs/ 权威文档、同一验收标准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可落地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输出分任务选型策略，控制成本与质量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测评项目概况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F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项目简介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8EB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WPF 工位机桌面程序（.NET 8）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8EB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 IP/TCP 与 3 台 PLC 通信（Modbus / FINS）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8EB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不直连 CNC 机台，一切经 PLC 信号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8EB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管理线体、工序、机台、料架配置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8EB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后续：双加工位并行上下料调度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417320"/>
          <a:ext cx="41148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0175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C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C9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工程数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 个分层项目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17 张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功能页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 页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源文件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~120 个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已完成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Phase 1～3、5 + FINS 协议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待做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Phase 4 状态机、Phase 6 联调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模型参与：请按实际填写各 Phase 主导模型（见配套 CSV 打分表）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测评方法与评分体系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31520"/>
                <a:gridCol w="5486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C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权重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C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C9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需求理解准确度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仅与 PLC 通信、一机一 PLC、写先落流水等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代码质量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 工程分层、命名一致、无过度设计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首次可用率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dotnet build 0 警告 0 错误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调试与排错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XAML 样式错配、软删过滤、UDP 假在线等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跨文件一致性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Core / Data / UI / Communication 同步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文档与方案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与权威 docs/ 一致、可执行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交互效率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轮次少、返工少、自主完成度高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02920" y="44348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EB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同一用例、同一验收标准 · 记录轮次与 build 结果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EB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配合 Skills：brainstorming / planning-with-files / ui-ux-pro-max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核心结论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960120"/>
          </a:xfrm>
          <a:prstGeom prst="rect">
            <a:avLst>
              <a:gd name="adj" fmla="val 5714"/>
            </a:avLst>
          </a:prstGeom>
          <a:solidFill>
            <a:srgbClr val="232830"/>
          </a:solidFill>
          <a:ln w="19050">
            <a:solidFill>
              <a:srgbClr val="135C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70432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建议按任务类型分模型使用：L4 高难（架构、工业协议、复杂排障）优先 Opus 4.8；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 常规（CRUD、文档、简单 UI）可优先 GLM-2 控制成本。【请据实测微调】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240280"/>
            <a:ext cx="2560320" cy="1234440"/>
          </a:xfrm>
          <a:prstGeom prst="rect">
            <a:avLst>
              <a:gd name="adj" fmla="val 3704"/>
            </a:avLst>
          </a:prstGeom>
          <a:solidFill>
            <a:srgbClr val="232830"/>
          </a:solidFill>
          <a:ln w="12700">
            <a:solidFill>
              <a:srgbClr val="135C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3500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综合评分 /5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6517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6F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待填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94360" y="31546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Opus · GLM 填分后更新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2240280"/>
            <a:ext cx="2560320" cy="1234440"/>
          </a:xfrm>
          <a:prstGeom prst="rect">
            <a:avLst>
              <a:gd name="adj" fmla="val 3704"/>
            </a:avLst>
          </a:prstGeom>
          <a:solidFill>
            <a:srgbClr val="232830"/>
          </a:solidFill>
          <a:ln w="12700">
            <a:solidFill>
              <a:srgbClr val="135C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23500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首次可运行率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37560" y="26517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6F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待填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337560" y="31546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build 即通过比例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43600" y="2240280"/>
            <a:ext cx="2560320" cy="1234440"/>
          </a:xfrm>
          <a:prstGeom prst="rect">
            <a:avLst>
              <a:gd name="adj" fmla="val 3704"/>
            </a:avLst>
          </a:prstGeom>
          <a:solidFill>
            <a:srgbClr val="232830"/>
          </a:solidFill>
          <a:ln w="12700">
            <a:solidFill>
              <a:srgbClr val="135C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23500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平均轮次/任务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80760" y="26517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6F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待填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080760" y="31546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提需求到验收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7033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1828800"/>
                <a:gridCol w="11887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场景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C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推荐模型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C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场景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C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推荐模型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C9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架构 / 多工程分层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Opus 4.8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CRUD + 仓储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GLM-2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工业协议 Modbus/FINS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Opus 4.8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Bug 排障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Opus 4.8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WPF UI + MVVM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待填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文档方案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GLM-2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个真实测评用例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4114800"/>
                <a:gridCol w="64008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C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场景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C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难度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C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Opus 4.8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C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GLM-2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C9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Phase 1 六工程架构 + 模拟器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628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待填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待填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Phase 2 PLC 读写/流水/CRUD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271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待填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待填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Phase 3 配置四页 CRUD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271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待填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待填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欧姆龙 FINS/UDP 协议接入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628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待填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待填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Phase 5 AGV/扫码枪页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待填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待填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XAML 样式错配栈溢出修复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待填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待填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UI 现代工业风重设计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271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待填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待填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文档整合与方案撰写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待填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待填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 简单 · L3 复杂 · L4 高难 —— 覆盖从零架构到现场联调全链路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高难任务深度对比（L4）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 A · Phase 1 基础架构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EB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工程分层 + EF Core 17 表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EB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Modbus 模拟器 + 中央轮询中枢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EB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DPAPI 加密 + WPF 主壳 8 页导航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EB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验收：3 PLC 建链、轮询 30 点位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EB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Opus / GLM 得分：待填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0" y="10515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 D · FINS/UDP 协议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617720" y="1371600"/>
            <a:ext cx="40233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EB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手写 OmronFinsPlcClient（UDP 9600）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EB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工厂按 PLC_READ_WAY 分流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EB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修复：先显示窗口再后台自检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EB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UDP 探活判离线，避免假在线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EB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现场：节点号默认 IP 末段（风险点）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794760"/>
            <a:ext cx="8229600" cy="777240"/>
          </a:xfrm>
          <a:prstGeom prst="rect">
            <a:avLst>
              <a:gd name="adj" fmla="val 4706"/>
            </a:avLst>
          </a:prstGeom>
          <a:solidFill>
            <a:srgbClr val="232830"/>
          </a:solidFill>
          <a:ln w="12700">
            <a:solidFill>
              <a:srgbClr val="C271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391363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B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关键差异（待填）：架构一次性分层是否正确？FINS 能否少轮次完成且边界情况处理到位？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常规任务对比（L2～L3）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5029200"/>
                <a:gridCol w="1188720"/>
                <a:gridCol w="11887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C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C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Opus 4.8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C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GLM-2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C9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线体/工序/机台/料架 CRUD + 引用校验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待填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待填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AGV/扫码枪外设测试页 UI 还原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待填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待填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WPF-UI + HandyControl 工业风改造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待填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待填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权威文档合并 + 三件套维护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待填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待填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063240"/>
            <a:ext cx="8229600" cy="1417320"/>
          </a:xfrm>
          <a:prstGeom prst="rect">
            <a:avLst>
              <a:gd name="adj" fmla="val 2581"/>
            </a:avLst>
          </a:prstGeom>
          <a:solidFill>
            <a:srgbClr val="232830"/>
          </a:solidFill>
          <a:ln w="6350">
            <a:solidFill>
              <a:srgbClr val="3D445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94360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Bug 修复案例 · 用例 F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94360" y="342900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EB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现象：点击 AGV 页 → 疯狂弹框「无法创建堆栈防护页面」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EB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根因：PasswordBox 误用 TargetType=TextBox 的 FormInput 样式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EB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修复：内联样式替代，最小 diff，1 轮定位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EB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Opus / GLM 定位轮次：待填对比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量化对比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2004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难度层级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C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包含用例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C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Opus 均分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C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GLM 均分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C9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L2 简单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 / F / H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待填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待填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L3 复杂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 / C / G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待填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待填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L4 高难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 / D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待填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待填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2606040"/>
            <a:ext cx="3840480" cy="2011680"/>
          </a:xfrm>
          <a:prstGeom prst="rect">
            <a:avLst/>
          </a:prstGeom>
          <a:solidFill>
            <a:srgbClr val="232830"/>
          </a:solidFill>
          <a:ln w="12700">
            <a:solidFill>
              <a:srgbClr val="3D445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七维雷达图（填分后插入）</a:t>
            </a:r>
            <a:endParaRPr lang="en-US" sz="12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2606040"/>
          <a:ext cx="4114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05840"/>
                <a:gridCol w="10058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效率指标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C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Opus 4.8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C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GLM-2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C9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总交互轮次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待填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待填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返工次数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待填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待填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人工修正工作量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待填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待填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单功能点成本（可选）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待填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待填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优劣势总结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F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 Opus 4.8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EB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复杂架构与多工程分层理解深（Phase 1）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EB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工业协议实现与现场排障（FINS/启动流程）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EB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跨层改动同步性好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EB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Token 成本相对较高（待填具体数据）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EB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劣势 2：待填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EB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最适合：架构、协议、复杂 Bug、联调排障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GLM-2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617720" y="1325880"/>
            <a:ext cx="40233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EB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常规 CRUD / 页面开发响应快（待填实测）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EB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文档整理与方案撰写性价比较好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EB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简单修改成本低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EB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L4 高难任务可能需要更多轮次（待填）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EB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劣势 2：待填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EB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最适合：CRUD、文档、简单 UI 调整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风险与局限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8EB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样本量：1 个项目、8 个用例 —— 不代表所有技术栈与团队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8EB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工程师因素：Prompt 质量、docs/ 准备度会显著影响结果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8EB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模型版本迭代：Opus 4.8 / GLM-2 会更新，结论有时效性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8EB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未覆盖：Phase 4 状态机、Phase 6 现场联调尚未纳入测评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8EB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成本数据：若无精确 Token 账单，成本对比为估算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4434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27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主动说明边界 → 增强汇报可信度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落地建议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3200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任务类型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C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推荐模型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C9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架构设计 / 多工程分层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Opus 4.8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工业协议（Modbus / FINS）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Opus 4.8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复杂 Bug / 现场联调排障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Opus 4.8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常规 CRUD + UI 页面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GLM-2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文档整理 / 方案撰写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GLM-2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简单布局 / 文案修改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B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GLM-2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02920" y="352044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8EB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维护权威 docs/ + prototype/ 降低 AI 理解偏差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8EB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长任务用 planning-with-files（task_plan / findings / progress）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8EB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验收清单制度化，客观衡量首次可用率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8EB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补测：Phase 4 状态机、Phase 6 现场联调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 · Q&amp;A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41732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B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Q：为什么不用统一一个模型？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B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A：L4 质量与 L2 成本需求不同，分场景更优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B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Q：AI 能替代多少开发人力？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B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A：架构决策与验收仍靠人，AI 负责大量编码与文档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B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Q：安全/泄密风险？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B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A：代码本地、密钥 DPAPI 加密、不上传 .env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B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Q：后续还测什么？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B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A：Phase 4 双工位状态机是高难补测项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配套材料：docs/模型测评汇报模板.md · 打分表 CSV · 本 PPT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CNC客户端 AI编程模型开发效能测评汇报</dc:title>
  <dc:subject>Claude Code Opus 4.8 vs GLM-2</dc:subject>
  <dc:creator>瑞小米</dc:creator>
  <cp:lastModifiedBy>瑞小米</cp:lastModifiedBy>
  <cp:revision>1</cp:revision>
  <dcterms:created xsi:type="dcterms:W3CDTF">2026-07-01T11:50:06Z</dcterms:created>
  <dcterms:modified xsi:type="dcterms:W3CDTF">2026-07-01T11:50:06Z</dcterms:modified>
</cp:coreProperties>
</file>